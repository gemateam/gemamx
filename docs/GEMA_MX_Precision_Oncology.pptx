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162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1026" name="Picture 2" descr="Google.org Impact Challenge Georgia - Cobb Collaborative">
            <a:extLst>
              <a:ext uri="{FF2B5EF4-FFF2-40B4-BE49-F238E27FC236}">
                <a16:creationId xmlns:a16="http://schemas.microsoft.com/office/drawing/2014/main" id="{BD490AF4-9741-21B3-3CE7-6259D34DD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183" y="7621621"/>
            <a:ext cx="2189633" cy="1461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Personalizado</PresentationFormat>
  <Paragraphs>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Hector Alberto Gutierrez Ibarra</cp:lastModifiedBy>
  <cp:revision>3</cp:revision>
  <dcterms:created xsi:type="dcterms:W3CDTF">2006-08-16T00:00:00Z</dcterms:created>
  <dcterms:modified xsi:type="dcterms:W3CDTF">2026-03-28T21:46:00Z</dcterms:modified>
</cp:coreProperties>
</file>