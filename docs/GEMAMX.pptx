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F932E-5B4A-2432-8E75-DA238627C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3D6749-0266-C913-FCBF-0D2852975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3B915-5616-6B6B-CD4F-81F13A5A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1B5D8E-6632-CAE5-3654-99694A75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5C2A6-1407-016D-2C2B-0812A7F6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37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65748-E047-4C20-EEDF-F768C3AE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A04CA-9A23-3024-3BB2-88959861F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58DF0F-1811-4D37-4E38-DB5C6563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BAD9E-326B-CE5A-09B2-45D21E65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241828-1EAE-65BD-41AD-8B7C2BBF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658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DA1CF-FFB4-0CF9-F570-DA0F9F1B8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B47D7-C00C-69DE-56E4-E8C901A46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90410C-F4CA-3D5B-723E-03C82D24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85800-84D5-75D9-B7CD-32E17DDF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766B6-5454-09FD-3C3C-F2B5C297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146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E42BC-9829-34F4-33C6-9747D50E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7F5C80-E026-C73C-2E55-BFF428C65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107493-D300-23D4-4806-C73B1C520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9033BD-1CD3-B210-D88D-6C5DBBC3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DE6865-93EA-BB4D-7BCC-91E8DCFC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161AF-65E1-A8DF-8C80-8FFF76AB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6400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139D8-D61E-AA26-8ADA-8F8532461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00A3D-E798-29FD-1142-2CB876F2C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0732E-A6D8-458C-FF6B-EF395B7BE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780A183-01DA-4617-2A10-0947F23A4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3F6E9D-3770-1E5B-D274-66FA92D6A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E67426-AEF7-2405-AD6A-466FA690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04209B-CE9D-918E-5CBE-443B42365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546876-28B2-BE5A-4B16-F55AE6CC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623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1C74F-6320-0D66-4865-BFD89098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AD5E55-9FAF-C8C1-51F3-B7929302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0244D8-A560-35C3-1615-F0F21281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226035-E58D-3CDB-8218-706A23AC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757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1E6067-5AEE-BD27-3337-95EE7780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12B0D84-208F-E5A2-E447-E83A60A6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A281AA-4DDA-2F83-85A1-109F0C35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470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28A818-F464-15D3-4A19-BEF1306FC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78A15A-D164-5C6B-AAEC-7F0B00AC0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D16E3A-7794-9995-0B8E-29D047DB2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0D7F19-8709-2C80-5360-51001E06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0A7284-5187-4835-4F8C-0F0F2C78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02533E-5FF4-87C6-2FF2-5092C5EE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125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7E4F1-969B-1542-CC6B-B95044C7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F639DEB-9AE1-F769-B78C-607A06CE4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3484A0-931D-5660-60DC-80F17EECC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D34471-EA73-337E-1082-D992225C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51A66B-7A1D-C716-A2C4-40129B2B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73CB09-3863-0C6D-9784-957823AB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286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BC14D-7060-CB41-A949-46C9B5A0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4FDDDE-F1B2-3E8C-CD8D-7517FA593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E723E-76B6-C47F-1FDB-E3DA8935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45D702-DA8E-7D72-6234-BC0AC55A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C00A7-5FF0-4CA2-EDF5-39193498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400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E94A7A-626C-F775-BFBB-A5C595C32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A2E1A8-6EF4-387A-1EF9-DA6253FAE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DF85FF-A386-7695-9E26-56ABC427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8BFE42-3FCA-4FCD-9BA4-7962BAC1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0E7A9A-1534-2307-6399-DDDCB842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426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6F531B-526C-628B-A058-021849DE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667252-4992-1660-880A-BE9E70050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3C70A4-8411-C5EB-5F5C-0EF5A95DE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436E5-7A26-4B0C-AB3F-7D74F6F85E23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EA3960-A8A0-6D3C-A85F-9FFB09D2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DA3C5-10F4-E414-8C27-D4BC5EAC9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004CB-5379-418D-AF7C-87B62FA35F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345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4935D-4D5C-7778-EC79-F293D0A30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6FA63D-4955-05E4-B010-2DF5D2898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334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E0C90-7A1F-5BA9-1270-1323831BE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Prototipo inicial</a:t>
            </a:r>
          </a:p>
        </p:txBody>
      </p:sp>
      <p:pic>
        <p:nvPicPr>
          <p:cNvPr id="6" name="Marcador de contenido 5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2F8CB2A6-191C-E709-A3E5-DA082CC02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796" y="1825625"/>
            <a:ext cx="101024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41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5B14B4-C3FB-B4B3-816F-3BEE1ED5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Prototipo inicial</a:t>
            </a:r>
          </a:p>
        </p:txBody>
      </p:sp>
      <p:pic>
        <p:nvPicPr>
          <p:cNvPr id="5" name="Marcador de contenido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CF2A7D0-7097-1381-38DB-CCC629FA1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8306"/>
            <a:ext cx="10515600" cy="33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9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91704-9D14-0C81-3E0A-907F2844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Prototipo inicial</a:t>
            </a:r>
          </a:p>
        </p:txBody>
      </p:sp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191BFDB-9D50-55B1-D84E-D8530C0EC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893" y="1690688"/>
            <a:ext cx="98182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1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CEA08-3A94-887B-E2E7-45C60B1D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Prototipo inicial</a:t>
            </a:r>
          </a:p>
        </p:txBody>
      </p:sp>
      <p:pic>
        <p:nvPicPr>
          <p:cNvPr id="5" name="Marcador de contenido 4" descr="Una captura de pantalla de una computadora&#10;&#10;El contenido generado por IA puede ser incorrecto.">
            <a:extLst>
              <a:ext uri="{FF2B5EF4-FFF2-40B4-BE49-F238E27FC236}">
                <a16:creationId xmlns:a16="http://schemas.microsoft.com/office/drawing/2014/main" id="{6E6450E7-1843-AE21-68BD-495761D9B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0497"/>
            <a:ext cx="10515600" cy="416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5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97914-D351-F92A-57A4-68DFD07A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Prototipo inicial</a:t>
            </a:r>
          </a:p>
        </p:txBody>
      </p:sp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2E0BEA9-FEDD-8362-67AC-5626F9DC8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6097" y="1825625"/>
            <a:ext cx="100398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258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Prototipo inicial</vt:lpstr>
      <vt:lpstr>Prototipo inicial</vt:lpstr>
      <vt:lpstr>Prototipo inicial</vt:lpstr>
      <vt:lpstr>Prototipo inicial</vt:lpstr>
      <vt:lpstr>Prototipo inicial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Alberto Gutierrez Ibarra</dc:creator>
  <cp:lastModifiedBy>Hector Alberto Gutierrez Ibarra</cp:lastModifiedBy>
  <cp:revision>5</cp:revision>
  <dcterms:created xsi:type="dcterms:W3CDTF">2026-03-17T02:05:33Z</dcterms:created>
  <dcterms:modified xsi:type="dcterms:W3CDTF">2026-03-17T02:12:20Z</dcterms:modified>
</cp:coreProperties>
</file>